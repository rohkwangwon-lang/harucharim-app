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하루차림은 암 환자가 지금 드시려는 음식이 자신의 암종·치료 시기·증상·드시는 약에 맞는지를 근거와 함께 알려 드리는 앱입니다.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진료실에서 가장 자주 받는 질문이지만 가장 짧게 답하게 되는 질문입니다. 이 앱은 그 빈자리를 채우려고 시작했습니다.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291,378건은 앱에 들어 있는 기본 식품 18,298종과, 내려받아 쓰는 시판 가공식품 273,080종을 더한 것입니다. 둘은 출처가 달라 별개 기록입니다. 바코드는 베타입니다 — 23만 개 가운데 영양성분까지 이어지는 것은 약 30%이고, 나머지는 제품명만 알려 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추천은 한 덩어리가 아니라 여섯 개의 판단 엔진이 나눠 맡습니다. 각 엔진은 한 가지 일만 하고, 그 결과가 모여 오늘의 한 상이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규칙마다 근거 등급을 붙였습니다. 학회 지침(G)이 가장 많은데, 식이 영역은 무작위 시험이 드물기 때문입니다. 등급을 부풀리지 않고 그대로 보여 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가상 환자 3,000명이 각자 90일을 지나가며 받은 추천 353만 건을 모두 검사했습니다. 피해야 할 음식을 권한 경우는 한 건도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참고 문헌 79종을 모두 원문과 대조했습니다. 숫자는 대개 맞았고, 틀린 것은 인용한 논문이 정말 그 말을 하는가였습니다. 안전 경고가 빠진 곳과 방향이 반대인 곳을 고쳤습니다.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가운데 화면이 이 앱을 가장 잘 보여 줍니다. 타목시펜을 드시는 유방암 환자에게 자몽이 왜 피하셔야 하는 음식인지가 근거와 함께 한 화면에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특정 회사가 아니라 환자분들이 흔히 찾아보시는 갈래와 견준 것입니다. 하루차림만의 차이는 지금 이 사람에게 맞춘 판정, 판단마다 붙은 출처와 등급, 약과의 상호작용입니다.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암종·체중·증상·식단은 휴대폰 안에만 저장되고 서버로 보내지 않습니다. 서버로 가는 것은 로그인 식별자와 직접 보내신 문의뿐입니다.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모르는 것은 모른다고 적었습니다. 확실한 것과 불확실한 것을 섞어 두면 확실한 것까지 믿지 않게 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휴대폰 카메라로 QR 을 찍으시면 바로 열립니다. 지금은 모든 기능이 무료이고 광고가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발표 자료 · 2026년 9월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 환자의 하루 한 상을,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근거로 차립니다.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harucharim.com  ·  방사선종양학과 전문의 감수</a:t>
            </a:r>
          </a:p>
        </p:txBody>
      </p:sp>
      <p:pic>
        <p:nvPicPr>
          <p:cNvPr id="8" name="Picture 7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6002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276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 쇼에서 클릭하거나 → 키로 넘깁니다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3194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진료실에서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“선생님, 뭘 먹어야 하나요?”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9692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가장 자주 나오는 질문입니다. 그런데 답을 정리해 드릴 시간은 가장 적습니다.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하루차림은 그 빈자리를 </a:t>
            </a: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 채우려고 만든 앱입니다 — 지금 이 사람의 암종·치료 시기·증상·드시는 약에 맞춰서.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 10 · 증상과 상태 17 · 약제 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792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하나 · 수록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291,378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식품 데이터를 싣고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05156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18,298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기본 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식약처 식품영양성분 DB · 손으로 다듬은 한식 542종 포함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0312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273,080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가공식품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제조사·품목보고번호가 있는 시판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090672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63824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230,027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바코드  </a:t>
            </a:r>
            <a:r>
              <a:rPr sz="11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베타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제품명은 대부분 확인되지만, 영양성분까지 나오는 것은 약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078224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51376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45,618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 영양제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식품과 따로 셉니다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065776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기본 식품과 가공식품은 출처가 다른 별개 기록입니다. 이름이 같은 1,985건(예: 현미밥)은 일반 음식과 특정 회사 제품이라 따로 셌고, 바코드와 영양제는 합계에 넣지 않았습니다.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앱에 18,298종 내장 · 나머지는 원하시는 분만 내려받습니다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둘 · 추천 알고리즘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판단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한 사람의 상태를 받아 한 상을 차리기까지, 각자 한 가지 일만 합니다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2011680" cy="128016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4B69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환자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암종 · 치료 시기 · 증상 · 드시는 약 · 체중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4251960"/>
            <a:ext cx="566928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40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 목표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ESPEN 기준 열량·단백질을 체중과 시기에 맞춤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0528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음식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권장·주의·피하세요, 약과의 상호작용까지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식단 구성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밥 + 반찬 두셋 + 국, 한 상의 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0528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성분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영양제에 든 성분을 하나씩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 조언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근거가 있는 것과 없는 것을 나눔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하루·주·월 평가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모자란 것과 넘치는 것을 짚음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9760" y="4251960"/>
            <a:ext cx="548640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49840" y="3611880"/>
            <a:ext cx="1307592" cy="1280160"/>
          </a:xfrm>
          <a:prstGeom prst="roundRect">
            <a:avLst>
              <a:gd name="adj" fmla="val 12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오늘의</a:t>
            </a:r>
          </a:p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한 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src/engine — menu · rules · nutrition · ingredientVerdict · supplementAdvice · dayScore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7987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셋 · 임상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144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 규칙 123개 + 약물·음식 상호작용 21개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79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종 참고 문헌 — 전부 원문과 대조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33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개 영양제 성분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 규칙 123개의 근거 등급 — 화면에 그대로 붙습니다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31152" y="1847088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31152" y="1847088"/>
            <a:ext cx="669526" cy="164592"/>
          </a:xfrm>
          <a:prstGeom prst="roundRect">
            <a:avLst>
              <a:gd name="adj" fmla="val 5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17099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783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무작위 임상시험 · 메타분석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0487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31152" y="2560320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31152" y="2560320"/>
            <a:ext cx="1046135" cy="164592"/>
          </a:xfrm>
          <a:prstGeom prst="roundRect">
            <a:avLst>
              <a:gd name="adj" fmla="val 5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24231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49631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대규모 전향 코호트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1810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1152" y="3273552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31152" y="3273552"/>
            <a:ext cx="962444" cy="164592"/>
          </a:xfrm>
          <a:prstGeom prst="roundRect">
            <a:avLst>
              <a:gd name="adj" fmla="val 5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313639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20954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소규모 · 후향 · 기전 연구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831335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384962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922775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주요 학회 지침의 합의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6177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G 가 가장 많은 것은 숨길 일이 아닙니다. 식이 영역은 무작위 시험이 드물고, 학회 지침이 그 자리를 메웁니다. 등급을 부풀리지 않고 그대로 보여 드립니다.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ESPEN · ASCO · ACS · MASCC · IARC · WCRF · 한국인 영양소 섭취기준 외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넷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3,531,402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추천을 하나하나 검사했습니다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 환자 — 암종·시기·증상·약을 무작위로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한 사람이 석 달을 지나가 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270,000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가상의 식단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4526280"/>
            <a:ext cx="1188720" cy="1188720"/>
          </a:xfrm>
          <a:prstGeom prst="ellipse">
            <a:avLst/>
          </a:prstGeom>
          <a:solidFill>
            <a:srgbClr val="F6EAD9"/>
          </a:solidFill>
          <a:ln w="38100">
            <a:solidFill>
              <a:srgbClr val="A56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61772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 할 것을 권한 경우 0건.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검사 24종이 고칠 때마다 돕니다. 검사는 앱이 쓰는 기준을 빌리지 않고 따로 세웁니다 — 같은 기준으로 재면 같이 틀리기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2026년 9월 대규모 실행 · 서로 다른 음식 221종이 쓰임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11182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다섯 · 원문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참고 문헌 79종을 다시 읽고 고친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오심에 생강차를 권하면서, 와파린을 드시는 분의 출혈 위험 경고가 없었습니다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경고를 붙였습니다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5292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수술 뒤 4~6주 식사를 가리라고 적었습니다. 회복 지침(ERAS)은 당일부터 드시기를 권합니다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방향을 바로잡았습니다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0332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찾을 수 없는 논문 한 편, 구독자 전용이라 대조할 수 없는 지침 하나를 인용하고 있었습니다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인용에서 뺐습니다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53712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81144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나트륨 기준을 2,000 mg 으로 적었습니다. 한국인 섭취기준의 만성질환위험감소량은 2,300 mg 입니다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고쳤습니다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04104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숫자는 대개 맞았습니다. 틀린 것은 </a:t>
            </a:r>
            <a:r>
              <a:rPr sz="19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“그 논문이 정말 그 말을 하는가”</a:t>
            </a: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였습니다.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근거를 부풀리지도, 낮추지도 않는다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779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여섯 ·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 번 누르면 이유까지 나옵니다</a:t>
            </a:r>
          </a:p>
        </p:txBody>
      </p:sp>
      <p:pic>
        <p:nvPicPr>
          <p:cNvPr id="6" name="Picture 5" descr="1-sugg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60020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오늘 무엇을 드실지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암종·시기·증상에 맞춘 한 상</a:t>
            </a:r>
          </a:p>
        </p:txBody>
      </p:sp>
      <p:pic>
        <p:nvPicPr>
          <p:cNvPr id="8" name="Picture 7" descr="3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75488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이거 먹어도 되나요?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자몽 · 피하세요 · 근거와 함께</a:t>
            </a:r>
          </a:p>
        </p:txBody>
      </p:sp>
      <p:pic>
        <p:nvPicPr>
          <p:cNvPr id="10" name="Picture 9" descr="4-sup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90956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근거가 있는 것과 없는 것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드시는 약과의 상호작용까지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예시 — 유방암 · 호르몬수용체 양성 · 항암치료 중 · 타목시펜 복용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일곱 ·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흔히 찾아보시는 곳과 견주면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83080"/>
          <a:ext cx="1072591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59352"/>
                <a:gridCol w="1353312"/>
                <a:gridCol w="1353312"/>
                <a:gridCol w="1353312"/>
                <a:gridCol w="1353312"/>
                <a:gridCol w="1353312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병원 안내문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검색 · 블로그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식단 배송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일반 식단 앱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2432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하루차림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지금 내 암종·치료 시기·증상에 맞춘 판정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판단마다 출처와 근거 등급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드시는 약과 음식의 상호작용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국·김치·젓갈까지 한국 밥상을 1회 제공량으로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파는 것이 없음 — 추천에 상업적 이해가 없음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건강 정보가 기기 밖으로 나가지 않음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57784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있음    </a:t>
            </a:r>
            <a:r>
              <a:rPr sz="1100" b="0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◐ 일부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○ 없음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— 일반적인 경우를 견준 것이며, 곳마다 다릅니다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특정 서비스가 아니라 갈래를 견준 것입니다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여덟 · 개인정보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적어 두신 건강 정보는 기기 밖으로 나가지 않습니다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4160520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1605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이 기기 안에만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암종 · 치료 시기 · 병기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체중 · 신장 · 나이의 실제 수치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증상과 드시는 약의 내용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식단 기록과 영양 계산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2148840"/>
            <a:ext cx="2971800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377440"/>
            <a:ext cx="2971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서버로 가는 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로그인 식별자와, 직접 보내신 문의 글뿐입니다.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문의에 답을 드리기 위한 것입니다.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148840"/>
            <a:ext cx="2999232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299923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따로 동의하신 경우에만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뭉갠 이용 통계 — 연령대(10년 단위), 체격 구간, 증상의 개수.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원본 수치는 받지 않습니다. 언제든 거두실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개인정보처리방침 harucharim.com/privacy.html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17572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아홉 ·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근거를 부풀리지도,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낮추지도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“아직 모릅니다”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라고 적은 항목이 여럿 있습니다. 확실한 것과 불확실한 것을 섞어 두면, 확실한 것까지 믿지 않게 되기 때문입니다.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의료기기가 아닙니다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진단하거나 치료 방침을 정하지 않습니다. 모든 화면에 담당 의료진의 지시가 우선한다고 적어 두었습니다.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전문의 감수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 환자를 25년간 치료해 온 방사선종양학과 전문의가 내용을 감수했습니다.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식품의약품안전처에 의료기기 해당 여부 질의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지금 열어 보실 수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589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지금은 모든 기능 무료 · 광고 없음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식품이나 보충제를 팔지 않습니다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구글 플레이 출시 준비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 의료기기가 아니며 진단·치료를 목적으로 하지 않습니다. 치료에 관한 판단은 반드시 담당 의료진과 상의하십시오.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17320"/>
            <a:ext cx="3017520" cy="3429000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1587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2560320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43434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0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