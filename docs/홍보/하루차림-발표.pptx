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144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123개 + 약물·음식 상호작용 21개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79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 참고 문헌 — 전부 원문과 대조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 영양제 성분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123개의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 79종을 다시 읽고 고친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